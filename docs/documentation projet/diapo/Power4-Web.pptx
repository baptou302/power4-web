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217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FFA82241-8BA2-6308-939F-464371423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521879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4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81644A8-2BBE-EA5E-A2A7-74882852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5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dessin humoristique, capture d’écran, ours&#10;&#10;Le contenu généré par l’IA peut être incorrect.">
            <a:extLst>
              <a:ext uri="{FF2B5EF4-FFF2-40B4-BE49-F238E27FC236}">
                <a16:creationId xmlns:a16="http://schemas.microsoft.com/office/drawing/2014/main" id="{596571FB-C979-3A11-6848-8FE6BBE26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ordinateur, logiciel&#10;&#10;Le contenu généré par l’IA peut être incorrect.">
            <a:extLst>
              <a:ext uri="{FF2B5EF4-FFF2-40B4-BE49-F238E27FC236}">
                <a16:creationId xmlns:a16="http://schemas.microsoft.com/office/drawing/2014/main" id="{EEB6CA58-06B0-3D11-74EA-5110F96D1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8"/>
            <a:ext cx="14630400" cy="822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4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9699BBD-2C2F-A89D-053E-3A9086AC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27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ordinateur, écran d’ordinateur, Périphérique de sortie&#10;&#10;Le contenu généré par l’IA peut être incorrect.">
            <a:extLst>
              <a:ext uri="{FF2B5EF4-FFF2-40B4-BE49-F238E27FC236}">
                <a16:creationId xmlns:a16="http://schemas.microsoft.com/office/drawing/2014/main" id="{FD0BD4F7-1449-5657-19F9-B9C355263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1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E089990-4CD0-1584-1095-54D93A61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2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822EF0E-6F43-F532-6ACE-4B94FE2E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5D4D25C-B76F-5E7D-D046-EB77889D2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818" y="7743757"/>
            <a:ext cx="1838582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41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0EE4EC33-D7ED-2424-B1EA-D70541F35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67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6C246840-121C-515E-F355-AFA4A378B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4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Personnalisé</PresentationFormat>
  <Paragraphs>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Baptiste Lecoq</cp:lastModifiedBy>
  <cp:revision>4</cp:revision>
  <dcterms:created xsi:type="dcterms:W3CDTF">2025-11-20T15:47:10Z</dcterms:created>
  <dcterms:modified xsi:type="dcterms:W3CDTF">2025-11-20T16:07:46Z</dcterms:modified>
</cp:coreProperties>
</file>